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6" r:id="rId9"/>
    <p:sldId id="267" r:id="rId10"/>
    <p:sldId id="268" r:id="rId11"/>
    <p:sldId id="269" r:id="rId12"/>
    <p:sldId id="262" r:id="rId13"/>
    <p:sldId id="263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8229600" cy="13716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91440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Document Q&amp;A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06B6D4"/>
                </a:solidFill>
              </a:defRPr>
            </a:pPr>
            <a:r>
              <a:t>A RAG-Powered Document Intelligence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8BDF8"/>
                </a:solidFill>
              </a:defRPr>
            </a:pPr>
            <a:r>
              <a:t>Shlok Pikle | B01036267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Document Q&amp;A Studio is an intelligent document analysis system that leverages Retrieval-Augmented Generation (RAG) technology to enable natural language querying of PDF documents.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0E7490"/>
                </a:solidFill>
              </a:defRPr>
            </a:pPr>
            <a:r>
              <a:t>Key Features: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Upload and process PDF documents with automatic text extraction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Intelligent semantic search using vector embeddings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Natural language question-answering powered by GPT-4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Interactive web interface with PDF viewer and chat panel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Context-aware responses with source page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Implementation Details -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 b="1">
                <a:solidFill>
                  <a:srgbClr val="0E7490"/>
                </a:solidFill>
              </a:defRPr>
            </a:pPr>
            <a:r>
              <a:t>System Architecture: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</a:defRPr>
            </a:pPr>
            <a:r>
              <a:t>1. Document Processing Pipeline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 • PDF upload and text extraction using PyPDF2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 • Text chunking with RecursiveCharacterTextSplitter (1000 chars, 200 overlap)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 • Page boundary preservation for source tracking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</a:defRPr>
            </a:pPr>
            <a:r>
              <a:t>2. Vector Storage &amp; Retrieval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 • OpenAI text-embedding-3-small (1536 dimensions)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 • Qdrant vector database with cosine similarity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 • Metadata storage (page numbers, doc IDs, timestamps)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Implementation Details -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 b="1">
                <a:solidFill>
                  <a:srgbClr val="0E7490"/>
                </a:solidFill>
              </a:defRPr>
            </a:pPr>
            <a:r>
              <a:t>Backend Implementation: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FastAPI REST API with async endpoints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CORS middleware for frontend integration</a:t>
            </a:r>
          </a:p>
          <a:p>
            <a:pPr>
              <a:spcAft>
                <a:spcPts val="400"/>
              </a:spcAft>
              <a:defRPr sz="1600" b="1">
                <a:solidFill>
                  <a:srgbClr val="0E7490"/>
                </a:solidFill>
              </a:defRPr>
            </a:pPr>
            <a:r>
              <a:t>• Three main endpoints: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- POST /upload: Process and index PDF documents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- POST /query: Natural language question answering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- GET /documents/{doc_id}.pdf: Serve original PDFs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0E7490"/>
                </a:solidFill>
              </a:defRPr>
            </a:pPr>
            <a:r>
              <a:t>• RAG Pipeline: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- Query embedding → Vector search (top-k=5)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- Context retrieval → GPT-4o-mini generation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t>  - Response with source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dirty="0"/>
              <a:t>Implementation Details -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 b="1">
                <a:solidFill>
                  <a:srgbClr val="0E7490"/>
                </a:solidFill>
              </a:defRPr>
            </a:pPr>
            <a:r>
              <a:rPr dirty="0"/>
              <a:t>Frontend Implementation: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rPr dirty="0"/>
              <a:t>• Vue.js 3 (CDN-based, no build step required)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rPr dirty="0"/>
              <a:t>• Tailwind CSS for modern, responsive UI</a:t>
            </a:r>
          </a:p>
          <a:p>
            <a:pPr>
              <a:spcAft>
                <a:spcPts val="400"/>
              </a:spcAft>
              <a:defRPr sz="1600" b="1">
                <a:solidFill>
                  <a:srgbClr val="0E7490"/>
                </a:solidFill>
              </a:defRPr>
            </a:pPr>
            <a:r>
              <a:rPr dirty="0"/>
              <a:t>• Two-panel layout: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- PDF viewer (</a:t>
            </a:r>
            <a:r>
              <a:rPr dirty="0" err="1"/>
              <a:t>iframe</a:t>
            </a:r>
            <a:r>
              <a:rPr dirty="0"/>
              <a:t>-based)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- Interactive Q&amp;A chat panel</a:t>
            </a:r>
          </a:p>
          <a:p>
            <a:pPr>
              <a:spcAft>
                <a:spcPts val="600"/>
              </a:spcAft>
            </a:pP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0E7490"/>
                </a:solidFill>
              </a:defRPr>
            </a:pPr>
            <a:r>
              <a:rPr dirty="0"/>
              <a:t>• Key Features: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- Drag-and-drop file upload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- Real-time query processing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- Context chips with page navigation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- Collapsible chat panel for focus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lang="en-IN" dirty="0"/>
              <a:t>Implementation Details - </a:t>
            </a:r>
            <a:r>
              <a:rPr dirty="0"/>
              <a:t>Docker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E7490"/>
                </a:solidFill>
              </a:defRPr>
            </a:pPr>
            <a:r>
              <a:rPr dirty="0"/>
              <a:t>Containerized Architecture:</a:t>
            </a:r>
          </a:p>
          <a:p>
            <a:pPr>
              <a:spcAft>
                <a:spcPts val="400"/>
              </a:spcAft>
            </a:pPr>
            <a:endParaRPr dirty="0"/>
          </a:p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</a:defRPr>
            </a:pPr>
            <a:r>
              <a:rPr dirty="0"/>
              <a:t>🐳 Docker Compose Setup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 • </a:t>
            </a:r>
            <a:r>
              <a:rPr dirty="0" err="1"/>
              <a:t>Qdrant</a:t>
            </a:r>
            <a:r>
              <a:rPr dirty="0"/>
              <a:t> service: Official </a:t>
            </a:r>
            <a:r>
              <a:rPr dirty="0" err="1"/>
              <a:t>Qdrant</a:t>
            </a:r>
            <a:r>
              <a:rPr dirty="0"/>
              <a:t> container on port 6333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 • </a:t>
            </a:r>
            <a:r>
              <a:rPr dirty="0" err="1"/>
              <a:t>FastAPI</a:t>
            </a:r>
            <a:r>
              <a:rPr dirty="0"/>
              <a:t> application: Custom Python 3.11 container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 • Service orchestration with automatic dependency management</a:t>
            </a:r>
          </a:p>
          <a:p>
            <a:pPr>
              <a:spcAft>
                <a:spcPts val="400"/>
              </a:spcAft>
            </a:pPr>
            <a:endParaRPr dirty="0"/>
          </a:p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</a:defRPr>
            </a:pPr>
            <a:r>
              <a:rPr dirty="0"/>
              <a:t>💾 Data Persistence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 • Named volumes for </a:t>
            </a:r>
            <a:r>
              <a:rPr dirty="0" err="1"/>
              <a:t>Qdrant</a:t>
            </a:r>
            <a:r>
              <a:rPr dirty="0"/>
              <a:t> storage (</a:t>
            </a:r>
            <a:r>
              <a:rPr dirty="0" err="1"/>
              <a:t>qdrant_storage</a:t>
            </a:r>
            <a:r>
              <a:rPr dirty="0"/>
              <a:t>)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 • Persistent document storage across container restarts</a:t>
            </a:r>
          </a:p>
          <a:p>
            <a:pPr>
              <a:spcAft>
                <a:spcPts val="400"/>
              </a:spcAft>
            </a:pPr>
            <a:endParaRPr dirty="0"/>
          </a:p>
          <a:p>
            <a:pPr>
              <a:spcAft>
                <a:spcPts val="400"/>
              </a:spcAft>
              <a:defRPr sz="1700" b="1">
                <a:solidFill>
                  <a:srgbClr val="0F172A"/>
                </a:solidFill>
              </a:defRPr>
            </a:pPr>
            <a:r>
              <a:rPr dirty="0"/>
              <a:t>⚙️ Configuration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 • Environment variables for API keys and service URLs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 • Port mapping: 8000 (app), 6333 (</a:t>
            </a:r>
            <a:r>
              <a:rPr dirty="0" err="1"/>
              <a:t>Qdrant</a:t>
            </a:r>
            <a:r>
              <a:rPr dirty="0"/>
              <a:t>)</a:t>
            </a:r>
          </a:p>
          <a:p>
            <a:pPr lvl="1">
              <a:spcAft>
                <a:spcPts val="3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   • Single command deployment: docker-compose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F6732F-FE1D-A2C5-FA2A-C53343196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86" y="1784250"/>
            <a:ext cx="8358828" cy="4405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0779-D105-EBDA-F9DC-5F9EE6B3A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6ED7D-8CA3-A9A5-A42E-45419230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Demo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3B3C6C-18A6-0C02-8121-30A1F9685F5B}"/>
              </a:ext>
            </a:extLst>
          </p:cNvPr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5A6E9-09D4-2522-2EC7-9E9A128DD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87" y="2507073"/>
            <a:ext cx="8526626" cy="265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10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9015E-3142-00EE-A1B4-B06220D57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32F5-026F-94FB-2295-CA9AA6B3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Demo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FA41B4-A94D-9C7A-D924-2927C13B74F4}"/>
              </a:ext>
            </a:extLst>
          </p:cNvPr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DE0E8C-9F2D-3DDA-F6FB-91F1CF720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60" y="2448704"/>
            <a:ext cx="8525679" cy="278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20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8E57-EBA9-634B-B1F4-4FAA4FD33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B71A7-BF07-9165-2B00-D90195D77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Demo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1D81EC-64AD-B121-0593-2B74D1E35BAA}"/>
              </a:ext>
            </a:extLst>
          </p:cNvPr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C0923-9691-2EE5-E7F4-D03B1068E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13" y="1919922"/>
            <a:ext cx="8390373" cy="384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46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91F43-37A4-7CB1-963E-8545D601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746C2-D1AF-2E12-30F8-5069F2A4F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Demo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C41E6B-6C1D-32A0-E0AF-418138F19D56}"/>
              </a:ext>
            </a:extLst>
          </p:cNvPr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4128E4-63FE-5028-DA3B-0FE51DE5A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05" y="1874520"/>
            <a:ext cx="8525590" cy="400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6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E7490"/>
                </a:solidFill>
              </a:defRPr>
            </a:pPr>
            <a:r>
              <a:t>Document Q&amp;A Studio can be used for: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📄 Research Paper Analysis</a:t>
            </a:r>
          </a:p>
          <a:p>
            <a:pPr lvl="1"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   Quickly extract key findings, methodologies, and conclusions from academic papers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📚 Technical Documentation Q&amp;A</a:t>
            </a:r>
          </a:p>
          <a:p>
            <a:pPr lvl="1"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   Ask specific questions about API documentation, user manuals, or technical guides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📊 Business Report Analysis</a:t>
            </a:r>
          </a:p>
          <a:p>
            <a:pPr lvl="1"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   Extract insights, statistics, and summaries from lengthy business reports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🎓 Educational Content Review</a:t>
            </a:r>
          </a:p>
          <a:p>
            <a:pPr lvl="1"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   Students and educators can quickly find answers in textbooks and course materials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55000" lnSpcReduction="20000"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0E7490"/>
                </a:solidFill>
              </a:defRPr>
            </a:pPr>
            <a:r>
              <a:t>Backend Technologies: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Python 3.11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FastAPI - Modern async web framework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Uvicorn - ASGI server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PyPDF2 - PDF text extraction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LangChain - Text splitting utilities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0E7490"/>
                </a:solidFill>
              </a:defRPr>
            </a:pPr>
            <a:r>
              <a:t>AI &amp; Vector Database: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OpenAI API - GPT-4o-mini &amp; text-embedding-3-small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Qdrant - Vector similarity search engine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0E7490"/>
                </a:solidFill>
              </a:defRPr>
            </a:pPr>
            <a:r>
              <a:t>Frontend Technologies: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Vue.js 3 - Progressive JavaScript framework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Tailwind CSS - Utility-first CSS framework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0E7490"/>
                </a:solidFill>
              </a:defRPr>
            </a:pPr>
            <a:r>
              <a:t>Deployment: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Docker &amp; Docker Compose - Containerization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Multi-container setup with Qdrant and FastAPI services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Persistent volume storage for vector database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• Environment-based configuration for easy deployment</a:t>
            </a:r>
          </a:p>
          <a:p>
            <a:pPr>
              <a:spcAft>
                <a:spcPts val="400"/>
              </a:spcAft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82880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0" y="4572000"/>
            <a:ext cx="1828800" cy="13716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6B6D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616</Words>
  <Application>Microsoft Office PowerPoint</Application>
  <PresentationFormat>On-screen Show (4:3)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Introduction</vt:lpstr>
      <vt:lpstr>Implementation Details - Architecture</vt:lpstr>
      <vt:lpstr>Implementation Details - Backend</vt:lpstr>
      <vt:lpstr>Implementation Details - Frontend</vt:lpstr>
      <vt:lpstr>Implementation Details - Docker Deployment</vt:lpstr>
      <vt:lpstr>Demo</vt:lpstr>
      <vt:lpstr>Demo</vt:lpstr>
      <vt:lpstr>Demo</vt:lpstr>
      <vt:lpstr>Demo</vt:lpstr>
      <vt:lpstr>Demo</vt:lpstr>
      <vt:lpstr>Use Cases</vt:lpstr>
      <vt:lpstr>Tech Stack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Shlok Pikle</cp:lastModifiedBy>
  <cp:revision>3</cp:revision>
  <dcterms:created xsi:type="dcterms:W3CDTF">2013-01-27T09:14:16Z</dcterms:created>
  <dcterms:modified xsi:type="dcterms:W3CDTF">2025-11-30T19:57:15Z</dcterms:modified>
  <cp:category/>
</cp:coreProperties>
</file>